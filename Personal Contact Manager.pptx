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2"/>
  </p:normalViewPr>
  <p:slideViewPr>
    <p:cSldViewPr snapToGrid="0" snapToObjects="1">
      <p:cViewPr varScale="1">
        <p:scale>
          <a:sx n="128" d="100"/>
          <a:sy n="128" d="100"/>
        </p:scale>
        <p:origin x="13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noFill/>
          </c:spPr>
          <c:invertIfNegative val="1"/>
          <c:cat>
            <c:strRef>
              <c:f>Sheet1!$A$2:$A$8</c:f>
              <c:strCache>
                <c:ptCount val="7"/>
                <c:pt idx="0">
                  <c:v>Requirements &amp; Design</c:v>
                </c:pt>
                <c:pt idx="1">
                  <c:v>Database Design</c:v>
                </c:pt>
                <c:pt idx="2">
                  <c:v>Backend Development</c:v>
                </c:pt>
                <c:pt idx="3">
                  <c:v>Frontend Development</c:v>
                </c:pt>
                <c:pt idx="4">
                  <c:v>Deployment</c:v>
                </c:pt>
                <c:pt idx="5">
                  <c:v>Testing &amp; API Demo</c:v>
                </c:pt>
                <c:pt idx="6">
                  <c:v>Final Presentation Prep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F-644E-9535-A07F4DF8B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Requirements &amp; Design</c:v>
                </c:pt>
                <c:pt idx="1">
                  <c:v>Database Design</c:v>
                </c:pt>
                <c:pt idx="2">
                  <c:v>Backend Development</c:v>
                </c:pt>
                <c:pt idx="3">
                  <c:v>Frontend Development</c:v>
                </c:pt>
                <c:pt idx="4">
                  <c:v>Deployment</c:v>
                </c:pt>
                <c:pt idx="5">
                  <c:v>Testing &amp; API Demo</c:v>
                </c:pt>
                <c:pt idx="6">
                  <c:v>Final Presentation Prep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CF-644E-9535-A07F4DF8B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2568108104869669E-2"/>
          <c:y val="0.91257214589723412"/>
          <c:w val="0.25958407829804842"/>
          <c:h val="8.0217350192833783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AE61E7-588E-468E-AFB4-BFF64994DB2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D11965B-8A1F-46CC-9B0A-69DC25EBC648}">
      <dgm:prSet/>
      <dgm:spPr/>
      <dgm:t>
        <a:bodyPr/>
        <a:lstStyle/>
        <a:p>
          <a:r>
            <a:rPr lang="en-US"/>
            <a:t>• Linux (Remote Server)</a:t>
          </a:r>
        </a:p>
      </dgm:t>
    </dgm:pt>
    <dgm:pt modelId="{287B77BB-063C-4ACD-8447-30D856D2DB59}" type="parTrans" cxnId="{2086B811-791B-44A9-9DBE-32B7EFFD2764}">
      <dgm:prSet/>
      <dgm:spPr/>
      <dgm:t>
        <a:bodyPr/>
        <a:lstStyle/>
        <a:p>
          <a:endParaRPr lang="en-US"/>
        </a:p>
      </dgm:t>
    </dgm:pt>
    <dgm:pt modelId="{C4A89D5C-1013-48E7-AF6B-F09FD31B6B6F}" type="sibTrans" cxnId="{2086B811-791B-44A9-9DBE-32B7EFFD2764}">
      <dgm:prSet/>
      <dgm:spPr/>
      <dgm:t>
        <a:bodyPr/>
        <a:lstStyle/>
        <a:p>
          <a:endParaRPr lang="en-US"/>
        </a:p>
      </dgm:t>
    </dgm:pt>
    <dgm:pt modelId="{DCB1BCCD-EA0F-4584-88E1-11070541DF60}">
      <dgm:prSet/>
      <dgm:spPr/>
      <dgm:t>
        <a:bodyPr/>
        <a:lstStyle/>
        <a:p>
          <a:r>
            <a:rPr lang="en-US"/>
            <a:t>• Apache Web Server</a:t>
          </a:r>
        </a:p>
      </dgm:t>
    </dgm:pt>
    <dgm:pt modelId="{7E75E053-D976-4AAF-BD79-E21DDA7F8A1B}" type="parTrans" cxnId="{C756F4BC-D993-4B0D-BDE5-F763345612DF}">
      <dgm:prSet/>
      <dgm:spPr/>
      <dgm:t>
        <a:bodyPr/>
        <a:lstStyle/>
        <a:p>
          <a:endParaRPr lang="en-US"/>
        </a:p>
      </dgm:t>
    </dgm:pt>
    <dgm:pt modelId="{D73D3BD8-C4BD-4123-A03A-7942AC674AA4}" type="sibTrans" cxnId="{C756F4BC-D993-4B0D-BDE5-F763345612DF}">
      <dgm:prSet/>
      <dgm:spPr/>
      <dgm:t>
        <a:bodyPr/>
        <a:lstStyle/>
        <a:p>
          <a:endParaRPr lang="en-US"/>
        </a:p>
      </dgm:t>
    </dgm:pt>
    <dgm:pt modelId="{FA1FC0BF-B70A-4B64-B012-97C57AB95E5F}">
      <dgm:prSet/>
      <dgm:spPr/>
      <dgm:t>
        <a:bodyPr/>
        <a:lstStyle/>
        <a:p>
          <a:r>
            <a:rPr lang="en-US"/>
            <a:t>• MySQL Remote Database</a:t>
          </a:r>
        </a:p>
      </dgm:t>
    </dgm:pt>
    <dgm:pt modelId="{78C4FEDF-3333-4D11-8CF2-7719974E223A}" type="parTrans" cxnId="{BF69FB96-8024-4E21-BDC5-237CE14025F1}">
      <dgm:prSet/>
      <dgm:spPr/>
      <dgm:t>
        <a:bodyPr/>
        <a:lstStyle/>
        <a:p>
          <a:endParaRPr lang="en-US"/>
        </a:p>
      </dgm:t>
    </dgm:pt>
    <dgm:pt modelId="{87188012-B8F1-4FD3-B365-4C4C4113C144}" type="sibTrans" cxnId="{BF69FB96-8024-4E21-BDC5-237CE14025F1}">
      <dgm:prSet/>
      <dgm:spPr/>
      <dgm:t>
        <a:bodyPr/>
        <a:lstStyle/>
        <a:p>
          <a:endParaRPr lang="en-US"/>
        </a:p>
      </dgm:t>
    </dgm:pt>
    <dgm:pt modelId="{F1A5E2B2-468D-4A12-A442-02A56BA963B8}">
      <dgm:prSet/>
      <dgm:spPr/>
      <dgm:t>
        <a:bodyPr/>
        <a:lstStyle/>
        <a:p>
          <a:r>
            <a:rPr lang="en-US"/>
            <a:t>• PHP (REST API)</a:t>
          </a:r>
        </a:p>
      </dgm:t>
    </dgm:pt>
    <dgm:pt modelId="{11B73478-2CF8-44F9-B371-0E8F3F4A1FC2}" type="parTrans" cxnId="{175D7A46-B16C-4A6F-B65D-926FCB5D3D96}">
      <dgm:prSet/>
      <dgm:spPr/>
      <dgm:t>
        <a:bodyPr/>
        <a:lstStyle/>
        <a:p>
          <a:endParaRPr lang="en-US"/>
        </a:p>
      </dgm:t>
    </dgm:pt>
    <dgm:pt modelId="{B2DB8912-87F8-479B-9918-BE8483E74831}" type="sibTrans" cxnId="{175D7A46-B16C-4A6F-B65D-926FCB5D3D96}">
      <dgm:prSet/>
      <dgm:spPr/>
      <dgm:t>
        <a:bodyPr/>
        <a:lstStyle/>
        <a:p>
          <a:endParaRPr lang="en-US"/>
        </a:p>
      </dgm:t>
    </dgm:pt>
    <dgm:pt modelId="{3D285225-BB25-4393-A64E-515FBEF3E71C}">
      <dgm:prSet/>
      <dgm:spPr/>
      <dgm:t>
        <a:bodyPr/>
        <a:lstStyle/>
        <a:p>
          <a:r>
            <a:rPr lang="en-US"/>
            <a:t>• JSON (Client-Server Communication)</a:t>
          </a:r>
        </a:p>
      </dgm:t>
    </dgm:pt>
    <dgm:pt modelId="{5FCC2150-A6CA-41D7-8FCF-336F2947383E}" type="parTrans" cxnId="{500D6D98-8454-4865-93F9-EC955BC88BE1}">
      <dgm:prSet/>
      <dgm:spPr/>
      <dgm:t>
        <a:bodyPr/>
        <a:lstStyle/>
        <a:p>
          <a:endParaRPr lang="en-US"/>
        </a:p>
      </dgm:t>
    </dgm:pt>
    <dgm:pt modelId="{6282A7CB-19DE-4C7B-AD24-4E1C1F436E30}" type="sibTrans" cxnId="{500D6D98-8454-4865-93F9-EC955BC88BE1}">
      <dgm:prSet/>
      <dgm:spPr/>
      <dgm:t>
        <a:bodyPr/>
        <a:lstStyle/>
        <a:p>
          <a:endParaRPr lang="en-US"/>
        </a:p>
      </dgm:t>
    </dgm:pt>
    <dgm:pt modelId="{2C8C2B3C-738C-4B57-92DC-D7D2B0DCED69}">
      <dgm:prSet/>
      <dgm:spPr/>
      <dgm:t>
        <a:bodyPr/>
        <a:lstStyle/>
        <a:p>
          <a:r>
            <a:rPr lang="en-US"/>
            <a:t>• AJAX (Asynchronous API Calls)</a:t>
          </a:r>
        </a:p>
      </dgm:t>
    </dgm:pt>
    <dgm:pt modelId="{7B76F25A-F7E5-4879-AADD-16419B6BD410}" type="parTrans" cxnId="{5B71F275-BEEB-4F42-9875-E89BDE50ED37}">
      <dgm:prSet/>
      <dgm:spPr/>
      <dgm:t>
        <a:bodyPr/>
        <a:lstStyle/>
        <a:p>
          <a:endParaRPr lang="en-US"/>
        </a:p>
      </dgm:t>
    </dgm:pt>
    <dgm:pt modelId="{C7290A15-8E16-4F15-8682-C25EFE835CF7}" type="sibTrans" cxnId="{5B71F275-BEEB-4F42-9875-E89BDE50ED37}">
      <dgm:prSet/>
      <dgm:spPr/>
      <dgm:t>
        <a:bodyPr/>
        <a:lstStyle/>
        <a:p>
          <a:endParaRPr lang="en-US"/>
        </a:p>
      </dgm:t>
    </dgm:pt>
    <dgm:pt modelId="{5FB4D980-9F4A-4CE3-B555-E474F72ECE7C}">
      <dgm:prSet/>
      <dgm:spPr/>
      <dgm:t>
        <a:bodyPr/>
        <a:lstStyle/>
        <a:p>
          <a:r>
            <a:rPr lang="en-US"/>
            <a:t>• GitHub (Version Control)</a:t>
          </a:r>
        </a:p>
      </dgm:t>
    </dgm:pt>
    <dgm:pt modelId="{489FE120-5A4C-4716-AAFB-0023646846F9}" type="parTrans" cxnId="{573B1887-087F-4CC4-A399-063939C74814}">
      <dgm:prSet/>
      <dgm:spPr/>
      <dgm:t>
        <a:bodyPr/>
        <a:lstStyle/>
        <a:p>
          <a:endParaRPr lang="en-US"/>
        </a:p>
      </dgm:t>
    </dgm:pt>
    <dgm:pt modelId="{C3E686A3-0822-4F96-828E-F6A1E540D098}" type="sibTrans" cxnId="{573B1887-087F-4CC4-A399-063939C74814}">
      <dgm:prSet/>
      <dgm:spPr/>
      <dgm:t>
        <a:bodyPr/>
        <a:lstStyle/>
        <a:p>
          <a:endParaRPr lang="en-US"/>
        </a:p>
      </dgm:t>
    </dgm:pt>
    <dgm:pt modelId="{658648C5-945E-4D0E-A549-0C47BEBC4131}">
      <dgm:prSet/>
      <dgm:spPr/>
      <dgm:t>
        <a:bodyPr/>
        <a:lstStyle/>
        <a:p>
          <a:r>
            <a:rPr lang="en-US"/>
            <a:t>• SwaggerHub (API Documentation)</a:t>
          </a:r>
        </a:p>
      </dgm:t>
    </dgm:pt>
    <dgm:pt modelId="{E51712FD-EF2D-48A9-8902-C5030450F54A}" type="parTrans" cxnId="{6D3DB6AA-1C61-47A3-9F19-4EFE3E810E14}">
      <dgm:prSet/>
      <dgm:spPr/>
      <dgm:t>
        <a:bodyPr/>
        <a:lstStyle/>
        <a:p>
          <a:endParaRPr lang="en-US"/>
        </a:p>
      </dgm:t>
    </dgm:pt>
    <dgm:pt modelId="{BF21168D-1DDF-43E8-B982-30CD8D370EBF}" type="sibTrans" cxnId="{6D3DB6AA-1C61-47A3-9F19-4EFE3E810E14}">
      <dgm:prSet/>
      <dgm:spPr/>
      <dgm:t>
        <a:bodyPr/>
        <a:lstStyle/>
        <a:p>
          <a:endParaRPr lang="en-US"/>
        </a:p>
      </dgm:t>
    </dgm:pt>
    <dgm:pt modelId="{524A4C90-D1F2-4B9A-8FE6-64129BA7B6EA}">
      <dgm:prSet/>
      <dgm:spPr/>
      <dgm:t>
        <a:bodyPr/>
        <a:lstStyle/>
        <a:p>
          <a:r>
            <a:rPr lang="en-US"/>
            <a:t>• Domain Hosting (DigitalOcean / AWS / etc.)</a:t>
          </a:r>
        </a:p>
      </dgm:t>
    </dgm:pt>
    <dgm:pt modelId="{CB1CAE68-ADE3-4B85-8716-E1874CAAF09B}" type="parTrans" cxnId="{9C1F06E2-87C7-4099-8DA0-E37A4ED26835}">
      <dgm:prSet/>
      <dgm:spPr/>
      <dgm:t>
        <a:bodyPr/>
        <a:lstStyle/>
        <a:p>
          <a:endParaRPr lang="en-US"/>
        </a:p>
      </dgm:t>
    </dgm:pt>
    <dgm:pt modelId="{D5461766-2F64-47BA-BC31-B0F792778B80}" type="sibTrans" cxnId="{9C1F06E2-87C7-4099-8DA0-E37A4ED26835}">
      <dgm:prSet/>
      <dgm:spPr/>
      <dgm:t>
        <a:bodyPr/>
        <a:lstStyle/>
        <a:p>
          <a:endParaRPr lang="en-US"/>
        </a:p>
      </dgm:t>
    </dgm:pt>
    <dgm:pt modelId="{907D8443-2E31-4C44-9344-B92FAF714004}" type="pres">
      <dgm:prSet presAssocID="{07AE61E7-588E-468E-AFB4-BFF64994DB2F}" presName="diagram" presStyleCnt="0">
        <dgm:presLayoutVars>
          <dgm:dir/>
          <dgm:resizeHandles val="exact"/>
        </dgm:presLayoutVars>
      </dgm:prSet>
      <dgm:spPr/>
    </dgm:pt>
    <dgm:pt modelId="{6EDDA1BA-B82F-7545-9725-097A38C37E62}" type="pres">
      <dgm:prSet presAssocID="{CD11965B-8A1F-46CC-9B0A-69DC25EBC648}" presName="node" presStyleLbl="node1" presStyleIdx="0" presStyleCnt="9">
        <dgm:presLayoutVars>
          <dgm:bulletEnabled val="1"/>
        </dgm:presLayoutVars>
      </dgm:prSet>
      <dgm:spPr/>
    </dgm:pt>
    <dgm:pt modelId="{E1E8D2CB-7D81-7741-B603-4C5CCFF4B95E}" type="pres">
      <dgm:prSet presAssocID="{C4A89D5C-1013-48E7-AF6B-F09FD31B6B6F}" presName="sibTrans" presStyleCnt="0"/>
      <dgm:spPr/>
    </dgm:pt>
    <dgm:pt modelId="{5FCADBFA-5974-DE4A-A775-4AE0B5FA812E}" type="pres">
      <dgm:prSet presAssocID="{DCB1BCCD-EA0F-4584-88E1-11070541DF60}" presName="node" presStyleLbl="node1" presStyleIdx="1" presStyleCnt="9">
        <dgm:presLayoutVars>
          <dgm:bulletEnabled val="1"/>
        </dgm:presLayoutVars>
      </dgm:prSet>
      <dgm:spPr/>
    </dgm:pt>
    <dgm:pt modelId="{91019AB4-E799-CD47-B87F-5BB7823A151F}" type="pres">
      <dgm:prSet presAssocID="{D73D3BD8-C4BD-4123-A03A-7942AC674AA4}" presName="sibTrans" presStyleCnt="0"/>
      <dgm:spPr/>
    </dgm:pt>
    <dgm:pt modelId="{FDAE547D-7F6F-2B45-AA35-9F05AE240396}" type="pres">
      <dgm:prSet presAssocID="{FA1FC0BF-B70A-4B64-B012-97C57AB95E5F}" presName="node" presStyleLbl="node1" presStyleIdx="2" presStyleCnt="9">
        <dgm:presLayoutVars>
          <dgm:bulletEnabled val="1"/>
        </dgm:presLayoutVars>
      </dgm:prSet>
      <dgm:spPr/>
    </dgm:pt>
    <dgm:pt modelId="{6F07C564-FEBF-8641-95AC-A750C4F637C1}" type="pres">
      <dgm:prSet presAssocID="{87188012-B8F1-4FD3-B365-4C4C4113C144}" presName="sibTrans" presStyleCnt="0"/>
      <dgm:spPr/>
    </dgm:pt>
    <dgm:pt modelId="{E44CC9B5-0932-D84B-963F-0A988EC89AEE}" type="pres">
      <dgm:prSet presAssocID="{F1A5E2B2-468D-4A12-A442-02A56BA963B8}" presName="node" presStyleLbl="node1" presStyleIdx="3" presStyleCnt="9">
        <dgm:presLayoutVars>
          <dgm:bulletEnabled val="1"/>
        </dgm:presLayoutVars>
      </dgm:prSet>
      <dgm:spPr/>
    </dgm:pt>
    <dgm:pt modelId="{4BC7423E-5D08-E94C-84FF-4F8BC3A07A58}" type="pres">
      <dgm:prSet presAssocID="{B2DB8912-87F8-479B-9918-BE8483E74831}" presName="sibTrans" presStyleCnt="0"/>
      <dgm:spPr/>
    </dgm:pt>
    <dgm:pt modelId="{14D27290-8FF1-5142-95DE-68E2BAEEDCAE}" type="pres">
      <dgm:prSet presAssocID="{3D285225-BB25-4393-A64E-515FBEF3E71C}" presName="node" presStyleLbl="node1" presStyleIdx="4" presStyleCnt="9">
        <dgm:presLayoutVars>
          <dgm:bulletEnabled val="1"/>
        </dgm:presLayoutVars>
      </dgm:prSet>
      <dgm:spPr/>
    </dgm:pt>
    <dgm:pt modelId="{7EAF3476-A2CC-9844-BC26-FB9606891D28}" type="pres">
      <dgm:prSet presAssocID="{6282A7CB-19DE-4C7B-AD24-4E1C1F436E30}" presName="sibTrans" presStyleCnt="0"/>
      <dgm:spPr/>
    </dgm:pt>
    <dgm:pt modelId="{B9EF1A54-876E-E948-BE58-B85631E20FAE}" type="pres">
      <dgm:prSet presAssocID="{2C8C2B3C-738C-4B57-92DC-D7D2B0DCED69}" presName="node" presStyleLbl="node1" presStyleIdx="5" presStyleCnt="9">
        <dgm:presLayoutVars>
          <dgm:bulletEnabled val="1"/>
        </dgm:presLayoutVars>
      </dgm:prSet>
      <dgm:spPr/>
    </dgm:pt>
    <dgm:pt modelId="{D8598C03-A2BC-7248-9E2D-A7E6E72FE626}" type="pres">
      <dgm:prSet presAssocID="{C7290A15-8E16-4F15-8682-C25EFE835CF7}" presName="sibTrans" presStyleCnt="0"/>
      <dgm:spPr/>
    </dgm:pt>
    <dgm:pt modelId="{5AC10F0C-11B0-934C-9A98-02949801E3D0}" type="pres">
      <dgm:prSet presAssocID="{5FB4D980-9F4A-4CE3-B555-E474F72ECE7C}" presName="node" presStyleLbl="node1" presStyleIdx="6" presStyleCnt="9">
        <dgm:presLayoutVars>
          <dgm:bulletEnabled val="1"/>
        </dgm:presLayoutVars>
      </dgm:prSet>
      <dgm:spPr/>
    </dgm:pt>
    <dgm:pt modelId="{B0CFDBBB-09B0-F443-87D4-60E00D09941B}" type="pres">
      <dgm:prSet presAssocID="{C3E686A3-0822-4F96-828E-F6A1E540D098}" presName="sibTrans" presStyleCnt="0"/>
      <dgm:spPr/>
    </dgm:pt>
    <dgm:pt modelId="{E7FA662B-5601-3242-B401-B884CA8E512F}" type="pres">
      <dgm:prSet presAssocID="{658648C5-945E-4D0E-A549-0C47BEBC4131}" presName="node" presStyleLbl="node1" presStyleIdx="7" presStyleCnt="9">
        <dgm:presLayoutVars>
          <dgm:bulletEnabled val="1"/>
        </dgm:presLayoutVars>
      </dgm:prSet>
      <dgm:spPr/>
    </dgm:pt>
    <dgm:pt modelId="{6B058644-83E5-584B-9D36-2B09CDE89A80}" type="pres">
      <dgm:prSet presAssocID="{BF21168D-1DDF-43E8-B982-30CD8D370EBF}" presName="sibTrans" presStyleCnt="0"/>
      <dgm:spPr/>
    </dgm:pt>
    <dgm:pt modelId="{221552E1-201E-2549-8F3A-BA825E157F7C}" type="pres">
      <dgm:prSet presAssocID="{524A4C90-D1F2-4B9A-8FE6-64129BA7B6EA}" presName="node" presStyleLbl="node1" presStyleIdx="8" presStyleCnt="9">
        <dgm:presLayoutVars>
          <dgm:bulletEnabled val="1"/>
        </dgm:presLayoutVars>
      </dgm:prSet>
      <dgm:spPr/>
    </dgm:pt>
  </dgm:ptLst>
  <dgm:cxnLst>
    <dgm:cxn modelId="{2086B811-791B-44A9-9DBE-32B7EFFD2764}" srcId="{07AE61E7-588E-468E-AFB4-BFF64994DB2F}" destId="{CD11965B-8A1F-46CC-9B0A-69DC25EBC648}" srcOrd="0" destOrd="0" parTransId="{287B77BB-063C-4ACD-8447-30D856D2DB59}" sibTransId="{C4A89D5C-1013-48E7-AF6B-F09FD31B6B6F}"/>
    <dgm:cxn modelId="{731AE211-63D4-2344-81FF-C5D5B5D240C4}" type="presOf" srcId="{F1A5E2B2-468D-4A12-A442-02A56BA963B8}" destId="{E44CC9B5-0932-D84B-963F-0A988EC89AEE}" srcOrd="0" destOrd="0" presId="urn:microsoft.com/office/officeart/2005/8/layout/default"/>
    <dgm:cxn modelId="{BF50312C-C30C-5547-99C6-F52B7A48058F}" type="presOf" srcId="{5FB4D980-9F4A-4CE3-B555-E474F72ECE7C}" destId="{5AC10F0C-11B0-934C-9A98-02949801E3D0}" srcOrd="0" destOrd="0" presId="urn:microsoft.com/office/officeart/2005/8/layout/default"/>
    <dgm:cxn modelId="{FA21CD2C-CC32-E749-97F4-7701F5C38900}" type="presOf" srcId="{FA1FC0BF-B70A-4B64-B012-97C57AB95E5F}" destId="{FDAE547D-7F6F-2B45-AA35-9F05AE240396}" srcOrd="0" destOrd="0" presId="urn:microsoft.com/office/officeart/2005/8/layout/default"/>
    <dgm:cxn modelId="{175D7A46-B16C-4A6F-B65D-926FCB5D3D96}" srcId="{07AE61E7-588E-468E-AFB4-BFF64994DB2F}" destId="{F1A5E2B2-468D-4A12-A442-02A56BA963B8}" srcOrd="3" destOrd="0" parTransId="{11B73478-2CF8-44F9-B371-0E8F3F4A1FC2}" sibTransId="{B2DB8912-87F8-479B-9918-BE8483E74831}"/>
    <dgm:cxn modelId="{04C6C955-7DD2-BE4A-BCB0-A67322A6F60D}" type="presOf" srcId="{2C8C2B3C-738C-4B57-92DC-D7D2B0DCED69}" destId="{B9EF1A54-876E-E948-BE58-B85631E20FAE}" srcOrd="0" destOrd="0" presId="urn:microsoft.com/office/officeart/2005/8/layout/default"/>
    <dgm:cxn modelId="{2B175E65-E369-E442-BF03-F1497A495D77}" type="presOf" srcId="{658648C5-945E-4D0E-A549-0C47BEBC4131}" destId="{E7FA662B-5601-3242-B401-B884CA8E512F}" srcOrd="0" destOrd="0" presId="urn:microsoft.com/office/officeart/2005/8/layout/default"/>
    <dgm:cxn modelId="{8F09B96B-E85B-6549-B27D-7A9A467AF5EF}" type="presOf" srcId="{DCB1BCCD-EA0F-4584-88E1-11070541DF60}" destId="{5FCADBFA-5974-DE4A-A775-4AE0B5FA812E}" srcOrd="0" destOrd="0" presId="urn:microsoft.com/office/officeart/2005/8/layout/default"/>
    <dgm:cxn modelId="{7A7BF974-770B-744D-B5D2-BD5721258693}" type="presOf" srcId="{07AE61E7-588E-468E-AFB4-BFF64994DB2F}" destId="{907D8443-2E31-4C44-9344-B92FAF714004}" srcOrd="0" destOrd="0" presId="urn:microsoft.com/office/officeart/2005/8/layout/default"/>
    <dgm:cxn modelId="{5B71F275-BEEB-4F42-9875-E89BDE50ED37}" srcId="{07AE61E7-588E-468E-AFB4-BFF64994DB2F}" destId="{2C8C2B3C-738C-4B57-92DC-D7D2B0DCED69}" srcOrd="5" destOrd="0" parTransId="{7B76F25A-F7E5-4879-AADD-16419B6BD410}" sibTransId="{C7290A15-8E16-4F15-8682-C25EFE835CF7}"/>
    <dgm:cxn modelId="{573B1887-087F-4CC4-A399-063939C74814}" srcId="{07AE61E7-588E-468E-AFB4-BFF64994DB2F}" destId="{5FB4D980-9F4A-4CE3-B555-E474F72ECE7C}" srcOrd="6" destOrd="0" parTransId="{489FE120-5A4C-4716-AAFB-0023646846F9}" sibTransId="{C3E686A3-0822-4F96-828E-F6A1E540D098}"/>
    <dgm:cxn modelId="{BF69FB96-8024-4E21-BDC5-237CE14025F1}" srcId="{07AE61E7-588E-468E-AFB4-BFF64994DB2F}" destId="{FA1FC0BF-B70A-4B64-B012-97C57AB95E5F}" srcOrd="2" destOrd="0" parTransId="{78C4FEDF-3333-4D11-8CF2-7719974E223A}" sibTransId="{87188012-B8F1-4FD3-B365-4C4C4113C144}"/>
    <dgm:cxn modelId="{500D6D98-8454-4865-93F9-EC955BC88BE1}" srcId="{07AE61E7-588E-468E-AFB4-BFF64994DB2F}" destId="{3D285225-BB25-4393-A64E-515FBEF3E71C}" srcOrd="4" destOrd="0" parTransId="{5FCC2150-A6CA-41D7-8FCF-336F2947383E}" sibTransId="{6282A7CB-19DE-4C7B-AD24-4E1C1F436E30}"/>
    <dgm:cxn modelId="{95719AA4-9AF9-0B43-BB28-50BB40D1D68F}" type="presOf" srcId="{CD11965B-8A1F-46CC-9B0A-69DC25EBC648}" destId="{6EDDA1BA-B82F-7545-9725-097A38C37E62}" srcOrd="0" destOrd="0" presId="urn:microsoft.com/office/officeart/2005/8/layout/default"/>
    <dgm:cxn modelId="{2BA893A6-1980-8C4A-8670-3CFE4F5E91EE}" type="presOf" srcId="{3D285225-BB25-4393-A64E-515FBEF3E71C}" destId="{14D27290-8FF1-5142-95DE-68E2BAEEDCAE}" srcOrd="0" destOrd="0" presId="urn:microsoft.com/office/officeart/2005/8/layout/default"/>
    <dgm:cxn modelId="{6D3DB6AA-1C61-47A3-9F19-4EFE3E810E14}" srcId="{07AE61E7-588E-468E-AFB4-BFF64994DB2F}" destId="{658648C5-945E-4D0E-A549-0C47BEBC4131}" srcOrd="7" destOrd="0" parTransId="{E51712FD-EF2D-48A9-8902-C5030450F54A}" sibTransId="{BF21168D-1DDF-43E8-B982-30CD8D370EBF}"/>
    <dgm:cxn modelId="{C756F4BC-D993-4B0D-BDE5-F763345612DF}" srcId="{07AE61E7-588E-468E-AFB4-BFF64994DB2F}" destId="{DCB1BCCD-EA0F-4584-88E1-11070541DF60}" srcOrd="1" destOrd="0" parTransId="{7E75E053-D976-4AAF-BD79-E21DDA7F8A1B}" sibTransId="{D73D3BD8-C4BD-4123-A03A-7942AC674AA4}"/>
    <dgm:cxn modelId="{B1831FD5-8768-5545-8F9A-08059B2C21F4}" type="presOf" srcId="{524A4C90-D1F2-4B9A-8FE6-64129BA7B6EA}" destId="{221552E1-201E-2549-8F3A-BA825E157F7C}" srcOrd="0" destOrd="0" presId="urn:microsoft.com/office/officeart/2005/8/layout/default"/>
    <dgm:cxn modelId="{9C1F06E2-87C7-4099-8DA0-E37A4ED26835}" srcId="{07AE61E7-588E-468E-AFB4-BFF64994DB2F}" destId="{524A4C90-D1F2-4B9A-8FE6-64129BA7B6EA}" srcOrd="8" destOrd="0" parTransId="{CB1CAE68-ADE3-4B85-8716-E1874CAAF09B}" sibTransId="{D5461766-2F64-47BA-BC31-B0F792778B80}"/>
    <dgm:cxn modelId="{A45A4A3A-52BF-2A43-ABF3-054724CE0198}" type="presParOf" srcId="{907D8443-2E31-4C44-9344-B92FAF714004}" destId="{6EDDA1BA-B82F-7545-9725-097A38C37E62}" srcOrd="0" destOrd="0" presId="urn:microsoft.com/office/officeart/2005/8/layout/default"/>
    <dgm:cxn modelId="{7BBA0239-628C-7B49-9AA6-5CA8DBF9199F}" type="presParOf" srcId="{907D8443-2E31-4C44-9344-B92FAF714004}" destId="{E1E8D2CB-7D81-7741-B603-4C5CCFF4B95E}" srcOrd="1" destOrd="0" presId="urn:microsoft.com/office/officeart/2005/8/layout/default"/>
    <dgm:cxn modelId="{CC8844AA-5CA5-A04B-BE73-9B3970B351E8}" type="presParOf" srcId="{907D8443-2E31-4C44-9344-B92FAF714004}" destId="{5FCADBFA-5974-DE4A-A775-4AE0B5FA812E}" srcOrd="2" destOrd="0" presId="urn:microsoft.com/office/officeart/2005/8/layout/default"/>
    <dgm:cxn modelId="{931D80E5-BC6F-D743-9A22-839FBF5B5EDE}" type="presParOf" srcId="{907D8443-2E31-4C44-9344-B92FAF714004}" destId="{91019AB4-E799-CD47-B87F-5BB7823A151F}" srcOrd="3" destOrd="0" presId="urn:microsoft.com/office/officeart/2005/8/layout/default"/>
    <dgm:cxn modelId="{E2EFA75D-9668-7E4B-A6A0-3761BD264056}" type="presParOf" srcId="{907D8443-2E31-4C44-9344-B92FAF714004}" destId="{FDAE547D-7F6F-2B45-AA35-9F05AE240396}" srcOrd="4" destOrd="0" presId="urn:microsoft.com/office/officeart/2005/8/layout/default"/>
    <dgm:cxn modelId="{CC46211A-545E-2A4F-BF72-8876E2A4CD2C}" type="presParOf" srcId="{907D8443-2E31-4C44-9344-B92FAF714004}" destId="{6F07C564-FEBF-8641-95AC-A750C4F637C1}" srcOrd="5" destOrd="0" presId="urn:microsoft.com/office/officeart/2005/8/layout/default"/>
    <dgm:cxn modelId="{3D50A516-5E58-344F-AAA7-664DEB790441}" type="presParOf" srcId="{907D8443-2E31-4C44-9344-B92FAF714004}" destId="{E44CC9B5-0932-D84B-963F-0A988EC89AEE}" srcOrd="6" destOrd="0" presId="urn:microsoft.com/office/officeart/2005/8/layout/default"/>
    <dgm:cxn modelId="{0F211351-EEC4-6C44-AD7D-797F9381AD9A}" type="presParOf" srcId="{907D8443-2E31-4C44-9344-B92FAF714004}" destId="{4BC7423E-5D08-E94C-84FF-4F8BC3A07A58}" srcOrd="7" destOrd="0" presId="urn:microsoft.com/office/officeart/2005/8/layout/default"/>
    <dgm:cxn modelId="{080E64F4-2C33-4445-857B-4A5DF3B3DAD2}" type="presParOf" srcId="{907D8443-2E31-4C44-9344-B92FAF714004}" destId="{14D27290-8FF1-5142-95DE-68E2BAEEDCAE}" srcOrd="8" destOrd="0" presId="urn:microsoft.com/office/officeart/2005/8/layout/default"/>
    <dgm:cxn modelId="{DBD5E444-3E02-964E-AD8B-3D85FD256AF7}" type="presParOf" srcId="{907D8443-2E31-4C44-9344-B92FAF714004}" destId="{7EAF3476-A2CC-9844-BC26-FB9606891D28}" srcOrd="9" destOrd="0" presId="urn:microsoft.com/office/officeart/2005/8/layout/default"/>
    <dgm:cxn modelId="{00278370-FEA9-3243-B944-215818F9EF94}" type="presParOf" srcId="{907D8443-2E31-4C44-9344-B92FAF714004}" destId="{B9EF1A54-876E-E948-BE58-B85631E20FAE}" srcOrd="10" destOrd="0" presId="urn:microsoft.com/office/officeart/2005/8/layout/default"/>
    <dgm:cxn modelId="{A099B39D-1256-EB4B-AA02-F4C971E6358B}" type="presParOf" srcId="{907D8443-2E31-4C44-9344-B92FAF714004}" destId="{D8598C03-A2BC-7248-9E2D-A7E6E72FE626}" srcOrd="11" destOrd="0" presId="urn:microsoft.com/office/officeart/2005/8/layout/default"/>
    <dgm:cxn modelId="{2623D441-3DCF-E44E-8D24-80A2444DCB85}" type="presParOf" srcId="{907D8443-2E31-4C44-9344-B92FAF714004}" destId="{5AC10F0C-11B0-934C-9A98-02949801E3D0}" srcOrd="12" destOrd="0" presId="urn:microsoft.com/office/officeart/2005/8/layout/default"/>
    <dgm:cxn modelId="{E7A5EBD9-BA8E-714F-8850-DCBED3327AE6}" type="presParOf" srcId="{907D8443-2E31-4C44-9344-B92FAF714004}" destId="{B0CFDBBB-09B0-F443-87D4-60E00D09941B}" srcOrd="13" destOrd="0" presId="urn:microsoft.com/office/officeart/2005/8/layout/default"/>
    <dgm:cxn modelId="{EEA099C2-9D29-1F48-807E-F1DF753A2373}" type="presParOf" srcId="{907D8443-2E31-4C44-9344-B92FAF714004}" destId="{E7FA662B-5601-3242-B401-B884CA8E512F}" srcOrd="14" destOrd="0" presId="urn:microsoft.com/office/officeart/2005/8/layout/default"/>
    <dgm:cxn modelId="{1D5B317F-C0AF-5741-AD34-134619D8003F}" type="presParOf" srcId="{907D8443-2E31-4C44-9344-B92FAF714004}" destId="{6B058644-83E5-584B-9D36-2B09CDE89A80}" srcOrd="15" destOrd="0" presId="urn:microsoft.com/office/officeart/2005/8/layout/default"/>
    <dgm:cxn modelId="{254E4F4D-E784-A547-8738-70D37A8457F6}" type="presParOf" srcId="{907D8443-2E31-4C44-9344-B92FAF714004}" destId="{221552E1-201E-2549-8F3A-BA825E157F7C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F38817-4F67-4102-854E-30D7D90C39B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4CE136-9F89-4C2E-8F19-9F3DAE0980A7}">
      <dgm:prSet/>
      <dgm:spPr/>
      <dgm:t>
        <a:bodyPr/>
        <a:lstStyle/>
        <a:p>
          <a:r>
            <a:rPr lang="en-US"/>
            <a:t>• User Registration &amp; Login</a:t>
          </a:r>
        </a:p>
      </dgm:t>
    </dgm:pt>
    <dgm:pt modelId="{5A11BB6E-9AA4-42F8-8544-E498B2465041}" type="parTrans" cxnId="{D6AB0F61-F569-47AF-8558-17FEECAC55EA}">
      <dgm:prSet/>
      <dgm:spPr/>
      <dgm:t>
        <a:bodyPr/>
        <a:lstStyle/>
        <a:p>
          <a:endParaRPr lang="en-US"/>
        </a:p>
      </dgm:t>
    </dgm:pt>
    <dgm:pt modelId="{DC9408C0-3865-4767-AB47-61CE25B8E044}" type="sibTrans" cxnId="{D6AB0F61-F569-47AF-8558-17FEECAC55EA}">
      <dgm:prSet/>
      <dgm:spPr/>
      <dgm:t>
        <a:bodyPr/>
        <a:lstStyle/>
        <a:p>
          <a:endParaRPr lang="en-US"/>
        </a:p>
      </dgm:t>
    </dgm:pt>
    <dgm:pt modelId="{74E16A6A-A6F7-424F-BFC0-03F05C37B9B0}">
      <dgm:prSet/>
      <dgm:spPr/>
      <dgm:t>
        <a:bodyPr/>
        <a:lstStyle/>
        <a:p>
          <a:r>
            <a:rPr lang="en-US"/>
            <a:t>• Add Contact</a:t>
          </a:r>
        </a:p>
      </dgm:t>
    </dgm:pt>
    <dgm:pt modelId="{F98604B5-A1B5-44E1-9A14-A68DDB8B2767}" type="parTrans" cxnId="{171F6CD8-7887-4FAC-B22C-1ECFE9D6F51F}">
      <dgm:prSet/>
      <dgm:spPr/>
      <dgm:t>
        <a:bodyPr/>
        <a:lstStyle/>
        <a:p>
          <a:endParaRPr lang="en-US"/>
        </a:p>
      </dgm:t>
    </dgm:pt>
    <dgm:pt modelId="{1CC23515-7692-4409-9847-FEA940A684CE}" type="sibTrans" cxnId="{171F6CD8-7887-4FAC-B22C-1ECFE9D6F51F}">
      <dgm:prSet/>
      <dgm:spPr/>
      <dgm:t>
        <a:bodyPr/>
        <a:lstStyle/>
        <a:p>
          <a:endParaRPr lang="en-US"/>
        </a:p>
      </dgm:t>
    </dgm:pt>
    <dgm:pt modelId="{F96BA959-1187-4B35-84DC-C5A77BE5E51A}">
      <dgm:prSet/>
      <dgm:spPr/>
      <dgm:t>
        <a:bodyPr/>
        <a:lstStyle/>
        <a:p>
          <a:r>
            <a:rPr lang="en-US"/>
            <a:t>• Edit/Delete Contact</a:t>
          </a:r>
        </a:p>
      </dgm:t>
    </dgm:pt>
    <dgm:pt modelId="{920A20BD-A1AA-46A8-B909-DDE88A000DF3}" type="parTrans" cxnId="{C01FE4A8-3E62-4F95-89B2-0D5925E37E02}">
      <dgm:prSet/>
      <dgm:spPr/>
      <dgm:t>
        <a:bodyPr/>
        <a:lstStyle/>
        <a:p>
          <a:endParaRPr lang="en-US"/>
        </a:p>
      </dgm:t>
    </dgm:pt>
    <dgm:pt modelId="{54E90F16-9A61-4A6F-9DD0-99CF1ADE6898}" type="sibTrans" cxnId="{C01FE4A8-3E62-4F95-89B2-0D5925E37E02}">
      <dgm:prSet/>
      <dgm:spPr/>
      <dgm:t>
        <a:bodyPr/>
        <a:lstStyle/>
        <a:p>
          <a:endParaRPr lang="en-US"/>
        </a:p>
      </dgm:t>
    </dgm:pt>
    <dgm:pt modelId="{C1E60747-8E23-4E41-A4D7-5416BDAA5196}">
      <dgm:prSet/>
      <dgm:spPr/>
      <dgm:t>
        <a:bodyPr/>
        <a:lstStyle/>
        <a:p>
          <a:r>
            <a:rPr lang="en-US"/>
            <a:t>• Server-side Search (Partial Matching)</a:t>
          </a:r>
        </a:p>
      </dgm:t>
    </dgm:pt>
    <dgm:pt modelId="{CC132D46-530E-418B-B5FA-6FF1AA3EB82B}" type="parTrans" cxnId="{57EC5D5F-71B0-4F82-B991-1510D77306D2}">
      <dgm:prSet/>
      <dgm:spPr/>
      <dgm:t>
        <a:bodyPr/>
        <a:lstStyle/>
        <a:p>
          <a:endParaRPr lang="en-US"/>
        </a:p>
      </dgm:t>
    </dgm:pt>
    <dgm:pt modelId="{E82C42F0-6F36-41D5-90E0-C5E8CA8A7F81}" type="sibTrans" cxnId="{57EC5D5F-71B0-4F82-B991-1510D77306D2}">
      <dgm:prSet/>
      <dgm:spPr/>
      <dgm:t>
        <a:bodyPr/>
        <a:lstStyle/>
        <a:p>
          <a:endParaRPr lang="en-US"/>
        </a:p>
      </dgm:t>
    </dgm:pt>
    <dgm:pt modelId="{F072226E-76A7-4E37-8F92-0355C4A3B37A}">
      <dgm:prSet/>
      <dgm:spPr/>
      <dgm:t>
        <a:bodyPr/>
        <a:lstStyle/>
        <a:p>
          <a:r>
            <a:rPr lang="en-US"/>
            <a:t>• Remote Hosting via Domain Name</a:t>
          </a:r>
        </a:p>
      </dgm:t>
    </dgm:pt>
    <dgm:pt modelId="{82925EB2-D685-4D5C-AD65-00C92738B37F}" type="parTrans" cxnId="{645E8464-297E-4FFA-AAD0-F428C3547890}">
      <dgm:prSet/>
      <dgm:spPr/>
      <dgm:t>
        <a:bodyPr/>
        <a:lstStyle/>
        <a:p>
          <a:endParaRPr lang="en-US"/>
        </a:p>
      </dgm:t>
    </dgm:pt>
    <dgm:pt modelId="{82562F25-C8EF-4132-BB93-BEF3DC8C6C3A}" type="sibTrans" cxnId="{645E8464-297E-4FFA-AAD0-F428C3547890}">
      <dgm:prSet/>
      <dgm:spPr/>
      <dgm:t>
        <a:bodyPr/>
        <a:lstStyle/>
        <a:p>
          <a:endParaRPr lang="en-US"/>
        </a:p>
      </dgm:t>
    </dgm:pt>
    <dgm:pt modelId="{E913FBA9-7434-4A78-BBE7-A38CF0B4029E}" type="pres">
      <dgm:prSet presAssocID="{4EF38817-4F67-4102-854E-30D7D90C39BD}" presName="root" presStyleCnt="0">
        <dgm:presLayoutVars>
          <dgm:dir/>
          <dgm:resizeHandles val="exact"/>
        </dgm:presLayoutVars>
      </dgm:prSet>
      <dgm:spPr/>
    </dgm:pt>
    <dgm:pt modelId="{BF941775-13C6-4799-8455-E31E2A7A9F23}" type="pres">
      <dgm:prSet presAssocID="{4C4CE136-9F89-4C2E-8F19-9F3DAE0980A7}" presName="compNode" presStyleCnt="0"/>
      <dgm:spPr/>
    </dgm:pt>
    <dgm:pt modelId="{55BB74C1-755B-4A5D-8708-5415BD7A453F}" type="pres">
      <dgm:prSet presAssocID="{4C4CE136-9F89-4C2E-8F19-9F3DAE0980A7}" presName="bgRect" presStyleLbl="bgShp" presStyleIdx="0" presStyleCnt="5"/>
      <dgm:spPr/>
    </dgm:pt>
    <dgm:pt modelId="{46AB337A-2E25-445C-BBC2-ADB15CB295AF}" type="pres">
      <dgm:prSet presAssocID="{4C4CE136-9F89-4C2E-8F19-9F3DAE0980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254F18A-EDFD-4ECB-9C32-E7AA43F83D86}" type="pres">
      <dgm:prSet presAssocID="{4C4CE136-9F89-4C2E-8F19-9F3DAE0980A7}" presName="spaceRect" presStyleCnt="0"/>
      <dgm:spPr/>
    </dgm:pt>
    <dgm:pt modelId="{5962AE8B-F820-41C5-A0D9-D8DB62FDF20A}" type="pres">
      <dgm:prSet presAssocID="{4C4CE136-9F89-4C2E-8F19-9F3DAE0980A7}" presName="parTx" presStyleLbl="revTx" presStyleIdx="0" presStyleCnt="5">
        <dgm:presLayoutVars>
          <dgm:chMax val="0"/>
          <dgm:chPref val="0"/>
        </dgm:presLayoutVars>
      </dgm:prSet>
      <dgm:spPr/>
    </dgm:pt>
    <dgm:pt modelId="{F2879D03-1F0F-4CD6-A8E4-192CC76C4CE7}" type="pres">
      <dgm:prSet presAssocID="{DC9408C0-3865-4767-AB47-61CE25B8E044}" presName="sibTrans" presStyleCnt="0"/>
      <dgm:spPr/>
    </dgm:pt>
    <dgm:pt modelId="{58B4DBAE-D73C-4318-9717-6A8F4C9C059E}" type="pres">
      <dgm:prSet presAssocID="{74E16A6A-A6F7-424F-BFC0-03F05C37B9B0}" presName="compNode" presStyleCnt="0"/>
      <dgm:spPr/>
    </dgm:pt>
    <dgm:pt modelId="{4676E552-CD19-4309-A5D5-417924E9689C}" type="pres">
      <dgm:prSet presAssocID="{74E16A6A-A6F7-424F-BFC0-03F05C37B9B0}" presName="bgRect" presStyleLbl="bgShp" presStyleIdx="1" presStyleCnt="5"/>
      <dgm:spPr/>
    </dgm:pt>
    <dgm:pt modelId="{276CF159-A206-4870-A0E7-24BA810D2FFF}" type="pres">
      <dgm:prSet presAssocID="{74E16A6A-A6F7-424F-BFC0-03F05C37B9B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7E84AA4C-7143-4CF5-BA67-2BE3A0F30CBD}" type="pres">
      <dgm:prSet presAssocID="{74E16A6A-A6F7-424F-BFC0-03F05C37B9B0}" presName="spaceRect" presStyleCnt="0"/>
      <dgm:spPr/>
    </dgm:pt>
    <dgm:pt modelId="{D02FC5EB-73E8-4F7F-A54B-21164B945833}" type="pres">
      <dgm:prSet presAssocID="{74E16A6A-A6F7-424F-BFC0-03F05C37B9B0}" presName="parTx" presStyleLbl="revTx" presStyleIdx="1" presStyleCnt="5">
        <dgm:presLayoutVars>
          <dgm:chMax val="0"/>
          <dgm:chPref val="0"/>
        </dgm:presLayoutVars>
      </dgm:prSet>
      <dgm:spPr/>
    </dgm:pt>
    <dgm:pt modelId="{19AD96E6-4F42-4F6C-93D5-828B9847BAD3}" type="pres">
      <dgm:prSet presAssocID="{1CC23515-7692-4409-9847-FEA940A684CE}" presName="sibTrans" presStyleCnt="0"/>
      <dgm:spPr/>
    </dgm:pt>
    <dgm:pt modelId="{1B1C1085-358A-4B75-ACA9-31F199CBCBCE}" type="pres">
      <dgm:prSet presAssocID="{F96BA959-1187-4B35-84DC-C5A77BE5E51A}" presName="compNode" presStyleCnt="0"/>
      <dgm:spPr/>
    </dgm:pt>
    <dgm:pt modelId="{E068139D-002E-4261-B8EA-F47E6A976F34}" type="pres">
      <dgm:prSet presAssocID="{F96BA959-1187-4B35-84DC-C5A77BE5E51A}" presName="bgRect" presStyleLbl="bgShp" presStyleIdx="2" presStyleCnt="5"/>
      <dgm:spPr/>
    </dgm:pt>
    <dgm:pt modelId="{EA38D1C3-1304-45B3-A931-DBD89CF0E390}" type="pres">
      <dgm:prSet presAssocID="{F96BA959-1187-4B35-84DC-C5A77BE5E51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27EFC5AE-59C2-4765-9179-C436D37DD9EF}" type="pres">
      <dgm:prSet presAssocID="{F96BA959-1187-4B35-84DC-C5A77BE5E51A}" presName="spaceRect" presStyleCnt="0"/>
      <dgm:spPr/>
    </dgm:pt>
    <dgm:pt modelId="{BF8F00B6-8158-4D4B-AE32-55C2BDB8FD03}" type="pres">
      <dgm:prSet presAssocID="{F96BA959-1187-4B35-84DC-C5A77BE5E51A}" presName="parTx" presStyleLbl="revTx" presStyleIdx="2" presStyleCnt="5">
        <dgm:presLayoutVars>
          <dgm:chMax val="0"/>
          <dgm:chPref val="0"/>
        </dgm:presLayoutVars>
      </dgm:prSet>
      <dgm:spPr/>
    </dgm:pt>
    <dgm:pt modelId="{0E855906-4EA0-488D-8115-AD6DA232C586}" type="pres">
      <dgm:prSet presAssocID="{54E90F16-9A61-4A6F-9DD0-99CF1ADE6898}" presName="sibTrans" presStyleCnt="0"/>
      <dgm:spPr/>
    </dgm:pt>
    <dgm:pt modelId="{8D4011A1-8860-4984-BBBF-10AAB5F1D0DC}" type="pres">
      <dgm:prSet presAssocID="{C1E60747-8E23-4E41-A4D7-5416BDAA5196}" presName="compNode" presStyleCnt="0"/>
      <dgm:spPr/>
    </dgm:pt>
    <dgm:pt modelId="{5D9C0E5E-9816-431C-8F7D-1E80FD01AD25}" type="pres">
      <dgm:prSet presAssocID="{C1E60747-8E23-4E41-A4D7-5416BDAA5196}" presName="bgRect" presStyleLbl="bgShp" presStyleIdx="3" presStyleCnt="5"/>
      <dgm:spPr/>
    </dgm:pt>
    <dgm:pt modelId="{6A0D89A6-A174-4AF7-8337-571A61B06784}" type="pres">
      <dgm:prSet presAssocID="{C1E60747-8E23-4E41-A4D7-5416BDAA519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936B2CD3-4B2C-4AF6-A48D-F6BE6AFF0678}" type="pres">
      <dgm:prSet presAssocID="{C1E60747-8E23-4E41-A4D7-5416BDAA5196}" presName="spaceRect" presStyleCnt="0"/>
      <dgm:spPr/>
    </dgm:pt>
    <dgm:pt modelId="{7E9B90A5-2677-4C33-9007-10BE211DCAA7}" type="pres">
      <dgm:prSet presAssocID="{C1E60747-8E23-4E41-A4D7-5416BDAA5196}" presName="parTx" presStyleLbl="revTx" presStyleIdx="3" presStyleCnt="5">
        <dgm:presLayoutVars>
          <dgm:chMax val="0"/>
          <dgm:chPref val="0"/>
        </dgm:presLayoutVars>
      </dgm:prSet>
      <dgm:spPr/>
    </dgm:pt>
    <dgm:pt modelId="{DF232A51-9C76-47D6-85D8-2348E374D544}" type="pres">
      <dgm:prSet presAssocID="{E82C42F0-6F36-41D5-90E0-C5E8CA8A7F81}" presName="sibTrans" presStyleCnt="0"/>
      <dgm:spPr/>
    </dgm:pt>
    <dgm:pt modelId="{62181487-F8AB-4E94-92E2-BA1A31CEDDF8}" type="pres">
      <dgm:prSet presAssocID="{F072226E-76A7-4E37-8F92-0355C4A3B37A}" presName="compNode" presStyleCnt="0"/>
      <dgm:spPr/>
    </dgm:pt>
    <dgm:pt modelId="{CF768AD6-A400-458A-9216-FFD5782D8B1C}" type="pres">
      <dgm:prSet presAssocID="{F072226E-76A7-4E37-8F92-0355C4A3B37A}" presName="bgRect" presStyleLbl="bgShp" presStyleIdx="4" presStyleCnt="5"/>
      <dgm:spPr/>
    </dgm:pt>
    <dgm:pt modelId="{A7998EC4-F53D-4041-9ECE-271F0CDBADC6}" type="pres">
      <dgm:prSet presAssocID="{F072226E-76A7-4E37-8F92-0355C4A3B37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7CD6791-5145-42D6-BE39-D31D0A745BA7}" type="pres">
      <dgm:prSet presAssocID="{F072226E-76A7-4E37-8F92-0355C4A3B37A}" presName="spaceRect" presStyleCnt="0"/>
      <dgm:spPr/>
    </dgm:pt>
    <dgm:pt modelId="{24B85D12-BD6C-43C5-8139-D4215028D48A}" type="pres">
      <dgm:prSet presAssocID="{F072226E-76A7-4E37-8F92-0355C4A3B37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A722015-09AC-42E7-8510-791494462B17}" type="presOf" srcId="{4C4CE136-9F89-4C2E-8F19-9F3DAE0980A7}" destId="{5962AE8B-F820-41C5-A0D9-D8DB62FDF20A}" srcOrd="0" destOrd="0" presId="urn:microsoft.com/office/officeart/2018/2/layout/IconVerticalSolidList"/>
    <dgm:cxn modelId="{76B4C01E-2DF7-4A5F-84F8-6C2F693DC4B4}" type="presOf" srcId="{74E16A6A-A6F7-424F-BFC0-03F05C37B9B0}" destId="{D02FC5EB-73E8-4F7F-A54B-21164B945833}" srcOrd="0" destOrd="0" presId="urn:microsoft.com/office/officeart/2018/2/layout/IconVerticalSolidList"/>
    <dgm:cxn modelId="{6E60E145-A4FB-43D0-9D8B-EB6A034CD19D}" type="presOf" srcId="{4EF38817-4F67-4102-854E-30D7D90C39BD}" destId="{E913FBA9-7434-4A78-BBE7-A38CF0B4029E}" srcOrd="0" destOrd="0" presId="urn:microsoft.com/office/officeart/2018/2/layout/IconVerticalSolidList"/>
    <dgm:cxn modelId="{57EC5D5F-71B0-4F82-B991-1510D77306D2}" srcId="{4EF38817-4F67-4102-854E-30D7D90C39BD}" destId="{C1E60747-8E23-4E41-A4D7-5416BDAA5196}" srcOrd="3" destOrd="0" parTransId="{CC132D46-530E-418B-B5FA-6FF1AA3EB82B}" sibTransId="{E82C42F0-6F36-41D5-90E0-C5E8CA8A7F81}"/>
    <dgm:cxn modelId="{D6AB0F61-F569-47AF-8558-17FEECAC55EA}" srcId="{4EF38817-4F67-4102-854E-30D7D90C39BD}" destId="{4C4CE136-9F89-4C2E-8F19-9F3DAE0980A7}" srcOrd="0" destOrd="0" parTransId="{5A11BB6E-9AA4-42F8-8544-E498B2465041}" sibTransId="{DC9408C0-3865-4767-AB47-61CE25B8E044}"/>
    <dgm:cxn modelId="{645E8464-297E-4FFA-AAD0-F428C3547890}" srcId="{4EF38817-4F67-4102-854E-30D7D90C39BD}" destId="{F072226E-76A7-4E37-8F92-0355C4A3B37A}" srcOrd="4" destOrd="0" parTransId="{82925EB2-D685-4D5C-AD65-00C92738B37F}" sibTransId="{82562F25-C8EF-4132-BB93-BEF3DC8C6C3A}"/>
    <dgm:cxn modelId="{48917A6B-1AFE-4F66-AE17-28B224EDDCA6}" type="presOf" srcId="{F96BA959-1187-4B35-84DC-C5A77BE5E51A}" destId="{BF8F00B6-8158-4D4B-AE32-55C2BDB8FD03}" srcOrd="0" destOrd="0" presId="urn:microsoft.com/office/officeart/2018/2/layout/IconVerticalSolidList"/>
    <dgm:cxn modelId="{C01FE4A8-3E62-4F95-89B2-0D5925E37E02}" srcId="{4EF38817-4F67-4102-854E-30D7D90C39BD}" destId="{F96BA959-1187-4B35-84DC-C5A77BE5E51A}" srcOrd="2" destOrd="0" parTransId="{920A20BD-A1AA-46A8-B909-DDE88A000DF3}" sibTransId="{54E90F16-9A61-4A6F-9DD0-99CF1ADE6898}"/>
    <dgm:cxn modelId="{319190B7-50A7-408B-838C-616DBEB686CC}" type="presOf" srcId="{F072226E-76A7-4E37-8F92-0355C4A3B37A}" destId="{24B85D12-BD6C-43C5-8139-D4215028D48A}" srcOrd="0" destOrd="0" presId="urn:microsoft.com/office/officeart/2018/2/layout/IconVerticalSolidList"/>
    <dgm:cxn modelId="{A2A646C2-E010-4E84-A192-C629F61B9299}" type="presOf" srcId="{C1E60747-8E23-4E41-A4D7-5416BDAA5196}" destId="{7E9B90A5-2677-4C33-9007-10BE211DCAA7}" srcOrd="0" destOrd="0" presId="urn:microsoft.com/office/officeart/2018/2/layout/IconVerticalSolidList"/>
    <dgm:cxn modelId="{171F6CD8-7887-4FAC-B22C-1ECFE9D6F51F}" srcId="{4EF38817-4F67-4102-854E-30D7D90C39BD}" destId="{74E16A6A-A6F7-424F-BFC0-03F05C37B9B0}" srcOrd="1" destOrd="0" parTransId="{F98604B5-A1B5-44E1-9A14-A68DDB8B2767}" sibTransId="{1CC23515-7692-4409-9847-FEA940A684CE}"/>
    <dgm:cxn modelId="{7624D654-44DD-4BA2-B109-F256FF2E6922}" type="presParOf" srcId="{E913FBA9-7434-4A78-BBE7-A38CF0B4029E}" destId="{BF941775-13C6-4799-8455-E31E2A7A9F23}" srcOrd="0" destOrd="0" presId="urn:microsoft.com/office/officeart/2018/2/layout/IconVerticalSolidList"/>
    <dgm:cxn modelId="{9962907B-02AC-4EE4-BB55-4FD28E81AB6F}" type="presParOf" srcId="{BF941775-13C6-4799-8455-E31E2A7A9F23}" destId="{55BB74C1-755B-4A5D-8708-5415BD7A453F}" srcOrd="0" destOrd="0" presId="urn:microsoft.com/office/officeart/2018/2/layout/IconVerticalSolidList"/>
    <dgm:cxn modelId="{99393EE9-5188-4AA9-BAF8-12A84A2B221B}" type="presParOf" srcId="{BF941775-13C6-4799-8455-E31E2A7A9F23}" destId="{46AB337A-2E25-445C-BBC2-ADB15CB295AF}" srcOrd="1" destOrd="0" presId="urn:microsoft.com/office/officeart/2018/2/layout/IconVerticalSolidList"/>
    <dgm:cxn modelId="{91038E48-3712-434B-9234-083D97419FC2}" type="presParOf" srcId="{BF941775-13C6-4799-8455-E31E2A7A9F23}" destId="{1254F18A-EDFD-4ECB-9C32-E7AA43F83D86}" srcOrd="2" destOrd="0" presId="urn:microsoft.com/office/officeart/2018/2/layout/IconVerticalSolidList"/>
    <dgm:cxn modelId="{B6343E78-3F57-4249-98EF-74A67DDCE8AE}" type="presParOf" srcId="{BF941775-13C6-4799-8455-E31E2A7A9F23}" destId="{5962AE8B-F820-41C5-A0D9-D8DB62FDF20A}" srcOrd="3" destOrd="0" presId="urn:microsoft.com/office/officeart/2018/2/layout/IconVerticalSolidList"/>
    <dgm:cxn modelId="{4033203A-9196-4E1C-BD23-165AA8B845E9}" type="presParOf" srcId="{E913FBA9-7434-4A78-BBE7-A38CF0B4029E}" destId="{F2879D03-1F0F-4CD6-A8E4-192CC76C4CE7}" srcOrd="1" destOrd="0" presId="urn:microsoft.com/office/officeart/2018/2/layout/IconVerticalSolidList"/>
    <dgm:cxn modelId="{259DA48B-95BA-4DEC-A71F-CC97F9404021}" type="presParOf" srcId="{E913FBA9-7434-4A78-BBE7-A38CF0B4029E}" destId="{58B4DBAE-D73C-4318-9717-6A8F4C9C059E}" srcOrd="2" destOrd="0" presId="urn:microsoft.com/office/officeart/2018/2/layout/IconVerticalSolidList"/>
    <dgm:cxn modelId="{C6284272-E362-46E8-B618-0725F0E0C20B}" type="presParOf" srcId="{58B4DBAE-D73C-4318-9717-6A8F4C9C059E}" destId="{4676E552-CD19-4309-A5D5-417924E9689C}" srcOrd="0" destOrd="0" presId="urn:microsoft.com/office/officeart/2018/2/layout/IconVerticalSolidList"/>
    <dgm:cxn modelId="{418A4E83-F538-4993-B03C-99093B0F9041}" type="presParOf" srcId="{58B4DBAE-D73C-4318-9717-6A8F4C9C059E}" destId="{276CF159-A206-4870-A0E7-24BA810D2FFF}" srcOrd="1" destOrd="0" presId="urn:microsoft.com/office/officeart/2018/2/layout/IconVerticalSolidList"/>
    <dgm:cxn modelId="{609ADA9E-E238-4B72-9411-4B3E96192E54}" type="presParOf" srcId="{58B4DBAE-D73C-4318-9717-6A8F4C9C059E}" destId="{7E84AA4C-7143-4CF5-BA67-2BE3A0F30CBD}" srcOrd="2" destOrd="0" presId="urn:microsoft.com/office/officeart/2018/2/layout/IconVerticalSolidList"/>
    <dgm:cxn modelId="{D90D4F57-0E44-4CAF-A807-E854053E55E6}" type="presParOf" srcId="{58B4DBAE-D73C-4318-9717-6A8F4C9C059E}" destId="{D02FC5EB-73E8-4F7F-A54B-21164B945833}" srcOrd="3" destOrd="0" presId="urn:microsoft.com/office/officeart/2018/2/layout/IconVerticalSolidList"/>
    <dgm:cxn modelId="{698AE39C-C447-4A5D-8CDE-243AE0D0422E}" type="presParOf" srcId="{E913FBA9-7434-4A78-BBE7-A38CF0B4029E}" destId="{19AD96E6-4F42-4F6C-93D5-828B9847BAD3}" srcOrd="3" destOrd="0" presId="urn:microsoft.com/office/officeart/2018/2/layout/IconVerticalSolidList"/>
    <dgm:cxn modelId="{32DF39B1-7BF6-42B3-8244-1045DEEE92F9}" type="presParOf" srcId="{E913FBA9-7434-4A78-BBE7-A38CF0B4029E}" destId="{1B1C1085-358A-4B75-ACA9-31F199CBCBCE}" srcOrd="4" destOrd="0" presId="urn:microsoft.com/office/officeart/2018/2/layout/IconVerticalSolidList"/>
    <dgm:cxn modelId="{F52E1DB0-9401-4B5D-B7E0-B22487381B68}" type="presParOf" srcId="{1B1C1085-358A-4B75-ACA9-31F199CBCBCE}" destId="{E068139D-002E-4261-B8EA-F47E6A976F34}" srcOrd="0" destOrd="0" presId="urn:microsoft.com/office/officeart/2018/2/layout/IconVerticalSolidList"/>
    <dgm:cxn modelId="{AC7716C9-8480-4B49-BD56-7D2CC7109154}" type="presParOf" srcId="{1B1C1085-358A-4B75-ACA9-31F199CBCBCE}" destId="{EA38D1C3-1304-45B3-A931-DBD89CF0E390}" srcOrd="1" destOrd="0" presId="urn:microsoft.com/office/officeart/2018/2/layout/IconVerticalSolidList"/>
    <dgm:cxn modelId="{D5F52620-51D5-457B-B8DE-06FC7713F25B}" type="presParOf" srcId="{1B1C1085-358A-4B75-ACA9-31F199CBCBCE}" destId="{27EFC5AE-59C2-4765-9179-C436D37DD9EF}" srcOrd="2" destOrd="0" presId="urn:microsoft.com/office/officeart/2018/2/layout/IconVerticalSolidList"/>
    <dgm:cxn modelId="{E940C508-47B0-42E9-BD5F-F8CE42AB3D36}" type="presParOf" srcId="{1B1C1085-358A-4B75-ACA9-31F199CBCBCE}" destId="{BF8F00B6-8158-4D4B-AE32-55C2BDB8FD03}" srcOrd="3" destOrd="0" presId="urn:microsoft.com/office/officeart/2018/2/layout/IconVerticalSolidList"/>
    <dgm:cxn modelId="{2B9820A5-DBBD-407B-B336-1BA373334929}" type="presParOf" srcId="{E913FBA9-7434-4A78-BBE7-A38CF0B4029E}" destId="{0E855906-4EA0-488D-8115-AD6DA232C586}" srcOrd="5" destOrd="0" presId="urn:microsoft.com/office/officeart/2018/2/layout/IconVerticalSolidList"/>
    <dgm:cxn modelId="{E4D282F3-BDD4-4109-B850-E6B3F84A2AB3}" type="presParOf" srcId="{E913FBA9-7434-4A78-BBE7-A38CF0B4029E}" destId="{8D4011A1-8860-4984-BBBF-10AAB5F1D0DC}" srcOrd="6" destOrd="0" presId="urn:microsoft.com/office/officeart/2018/2/layout/IconVerticalSolidList"/>
    <dgm:cxn modelId="{D78126C6-8D5D-4A81-B7CB-02A59ED84707}" type="presParOf" srcId="{8D4011A1-8860-4984-BBBF-10AAB5F1D0DC}" destId="{5D9C0E5E-9816-431C-8F7D-1E80FD01AD25}" srcOrd="0" destOrd="0" presId="urn:microsoft.com/office/officeart/2018/2/layout/IconVerticalSolidList"/>
    <dgm:cxn modelId="{557A7905-DFFA-467E-872E-E4281403E009}" type="presParOf" srcId="{8D4011A1-8860-4984-BBBF-10AAB5F1D0DC}" destId="{6A0D89A6-A174-4AF7-8337-571A61B06784}" srcOrd="1" destOrd="0" presId="urn:microsoft.com/office/officeart/2018/2/layout/IconVerticalSolidList"/>
    <dgm:cxn modelId="{BBBEEE79-BE91-41A3-9C37-E74654E9FF27}" type="presParOf" srcId="{8D4011A1-8860-4984-BBBF-10AAB5F1D0DC}" destId="{936B2CD3-4B2C-4AF6-A48D-F6BE6AFF0678}" srcOrd="2" destOrd="0" presId="urn:microsoft.com/office/officeart/2018/2/layout/IconVerticalSolidList"/>
    <dgm:cxn modelId="{B660644B-F573-45D6-ADB5-7F550B85CA39}" type="presParOf" srcId="{8D4011A1-8860-4984-BBBF-10AAB5F1D0DC}" destId="{7E9B90A5-2677-4C33-9007-10BE211DCAA7}" srcOrd="3" destOrd="0" presId="urn:microsoft.com/office/officeart/2018/2/layout/IconVerticalSolidList"/>
    <dgm:cxn modelId="{714EA34C-64AC-4639-AB59-5AF3AE35286B}" type="presParOf" srcId="{E913FBA9-7434-4A78-BBE7-A38CF0B4029E}" destId="{DF232A51-9C76-47D6-85D8-2348E374D544}" srcOrd="7" destOrd="0" presId="urn:microsoft.com/office/officeart/2018/2/layout/IconVerticalSolidList"/>
    <dgm:cxn modelId="{ECC1EB1C-AF61-4660-8E7E-9BD9471A685E}" type="presParOf" srcId="{E913FBA9-7434-4A78-BBE7-A38CF0B4029E}" destId="{62181487-F8AB-4E94-92E2-BA1A31CEDDF8}" srcOrd="8" destOrd="0" presId="urn:microsoft.com/office/officeart/2018/2/layout/IconVerticalSolidList"/>
    <dgm:cxn modelId="{63A90A5A-05D3-4307-A7EC-5FB89B58088C}" type="presParOf" srcId="{62181487-F8AB-4E94-92E2-BA1A31CEDDF8}" destId="{CF768AD6-A400-458A-9216-FFD5782D8B1C}" srcOrd="0" destOrd="0" presId="urn:microsoft.com/office/officeart/2018/2/layout/IconVerticalSolidList"/>
    <dgm:cxn modelId="{1684B641-1286-46C9-8812-97C88995273B}" type="presParOf" srcId="{62181487-F8AB-4E94-92E2-BA1A31CEDDF8}" destId="{A7998EC4-F53D-4041-9ECE-271F0CDBADC6}" srcOrd="1" destOrd="0" presId="urn:microsoft.com/office/officeart/2018/2/layout/IconVerticalSolidList"/>
    <dgm:cxn modelId="{036BE54F-9E83-4B5F-9569-2447ABE49262}" type="presParOf" srcId="{62181487-F8AB-4E94-92E2-BA1A31CEDDF8}" destId="{57CD6791-5145-42D6-BE39-D31D0A745BA7}" srcOrd="2" destOrd="0" presId="urn:microsoft.com/office/officeart/2018/2/layout/IconVerticalSolidList"/>
    <dgm:cxn modelId="{E3EF309A-82B8-40D8-B62E-0EBAE1CC9326}" type="presParOf" srcId="{62181487-F8AB-4E94-92E2-BA1A31CEDDF8}" destId="{24B85D12-BD6C-43C5-8139-D4215028D4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DA1BA-B82F-7545-9725-097A38C37E62}">
      <dsp:nvSpPr>
        <dsp:cNvPr id="0" name=""/>
        <dsp:cNvSpPr/>
      </dsp:nvSpPr>
      <dsp:spPr>
        <a:xfrm>
          <a:off x="49506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Linux (Remote Server)</a:t>
          </a:r>
        </a:p>
      </dsp:txBody>
      <dsp:txXfrm>
        <a:off x="495061" y="645"/>
        <a:ext cx="2262336" cy="1357401"/>
      </dsp:txXfrm>
    </dsp:sp>
    <dsp:sp modelId="{5FCADBFA-5974-DE4A-A775-4AE0B5FA812E}">
      <dsp:nvSpPr>
        <dsp:cNvPr id="0" name=""/>
        <dsp:cNvSpPr/>
      </dsp:nvSpPr>
      <dsp:spPr>
        <a:xfrm>
          <a:off x="298363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Apache Web Server</a:t>
          </a:r>
        </a:p>
      </dsp:txBody>
      <dsp:txXfrm>
        <a:off x="2983631" y="645"/>
        <a:ext cx="2262336" cy="1357401"/>
      </dsp:txXfrm>
    </dsp:sp>
    <dsp:sp modelId="{FDAE547D-7F6F-2B45-AA35-9F05AE240396}">
      <dsp:nvSpPr>
        <dsp:cNvPr id="0" name=""/>
        <dsp:cNvSpPr/>
      </dsp:nvSpPr>
      <dsp:spPr>
        <a:xfrm>
          <a:off x="547220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MySQL Remote Database</a:t>
          </a:r>
        </a:p>
      </dsp:txBody>
      <dsp:txXfrm>
        <a:off x="5472201" y="645"/>
        <a:ext cx="2262336" cy="1357401"/>
      </dsp:txXfrm>
    </dsp:sp>
    <dsp:sp modelId="{E44CC9B5-0932-D84B-963F-0A988EC89AEE}">
      <dsp:nvSpPr>
        <dsp:cNvPr id="0" name=""/>
        <dsp:cNvSpPr/>
      </dsp:nvSpPr>
      <dsp:spPr>
        <a:xfrm>
          <a:off x="49506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PHP (REST API)</a:t>
          </a:r>
        </a:p>
      </dsp:txBody>
      <dsp:txXfrm>
        <a:off x="495061" y="1584280"/>
        <a:ext cx="2262336" cy="1357401"/>
      </dsp:txXfrm>
    </dsp:sp>
    <dsp:sp modelId="{14D27290-8FF1-5142-95DE-68E2BAEEDCAE}">
      <dsp:nvSpPr>
        <dsp:cNvPr id="0" name=""/>
        <dsp:cNvSpPr/>
      </dsp:nvSpPr>
      <dsp:spPr>
        <a:xfrm>
          <a:off x="298363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JSON (Client-Server Communication)</a:t>
          </a:r>
        </a:p>
      </dsp:txBody>
      <dsp:txXfrm>
        <a:off x="2983631" y="1584280"/>
        <a:ext cx="2262336" cy="1357401"/>
      </dsp:txXfrm>
    </dsp:sp>
    <dsp:sp modelId="{B9EF1A54-876E-E948-BE58-B85631E20FAE}">
      <dsp:nvSpPr>
        <dsp:cNvPr id="0" name=""/>
        <dsp:cNvSpPr/>
      </dsp:nvSpPr>
      <dsp:spPr>
        <a:xfrm>
          <a:off x="547220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AJAX (Asynchronous API Calls)</a:t>
          </a:r>
        </a:p>
      </dsp:txBody>
      <dsp:txXfrm>
        <a:off x="5472201" y="1584280"/>
        <a:ext cx="2262336" cy="1357401"/>
      </dsp:txXfrm>
    </dsp:sp>
    <dsp:sp modelId="{5AC10F0C-11B0-934C-9A98-02949801E3D0}">
      <dsp:nvSpPr>
        <dsp:cNvPr id="0" name=""/>
        <dsp:cNvSpPr/>
      </dsp:nvSpPr>
      <dsp:spPr>
        <a:xfrm>
          <a:off x="495061" y="3167916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GitHub (Version Control)</a:t>
          </a:r>
        </a:p>
      </dsp:txBody>
      <dsp:txXfrm>
        <a:off x="495061" y="3167916"/>
        <a:ext cx="2262336" cy="1357401"/>
      </dsp:txXfrm>
    </dsp:sp>
    <dsp:sp modelId="{E7FA662B-5601-3242-B401-B884CA8E512F}">
      <dsp:nvSpPr>
        <dsp:cNvPr id="0" name=""/>
        <dsp:cNvSpPr/>
      </dsp:nvSpPr>
      <dsp:spPr>
        <a:xfrm>
          <a:off x="2983631" y="3167916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SwaggerHub (API Documentation)</a:t>
          </a:r>
        </a:p>
      </dsp:txBody>
      <dsp:txXfrm>
        <a:off x="2983631" y="3167916"/>
        <a:ext cx="2262336" cy="1357401"/>
      </dsp:txXfrm>
    </dsp:sp>
    <dsp:sp modelId="{221552E1-201E-2549-8F3A-BA825E157F7C}">
      <dsp:nvSpPr>
        <dsp:cNvPr id="0" name=""/>
        <dsp:cNvSpPr/>
      </dsp:nvSpPr>
      <dsp:spPr>
        <a:xfrm>
          <a:off x="5472201" y="3167916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Domain Hosting (DigitalOcean / AWS / etc.)</a:t>
          </a:r>
        </a:p>
      </dsp:txBody>
      <dsp:txXfrm>
        <a:off x="5472201" y="3167916"/>
        <a:ext cx="2262336" cy="1357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B74C1-755B-4A5D-8708-5415BD7A453F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B337A-2E25-445C-BBC2-ADB15CB295AF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2AE8B-F820-41C5-A0D9-D8DB62FDF20A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User Registration &amp; Login</a:t>
          </a:r>
        </a:p>
      </dsp:txBody>
      <dsp:txXfrm>
        <a:off x="1074268" y="4366"/>
        <a:ext cx="3609680" cy="930102"/>
      </dsp:txXfrm>
    </dsp:sp>
    <dsp:sp modelId="{4676E552-CD19-4309-A5D5-417924E9689C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6CF159-A206-4870-A0E7-24BA810D2FFF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FC5EB-73E8-4F7F-A54B-21164B945833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Add Contact</a:t>
          </a:r>
        </a:p>
      </dsp:txBody>
      <dsp:txXfrm>
        <a:off x="1074268" y="1166994"/>
        <a:ext cx="3609680" cy="930102"/>
      </dsp:txXfrm>
    </dsp:sp>
    <dsp:sp modelId="{E068139D-002E-4261-B8EA-F47E6A976F34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8D1C3-1304-45B3-A931-DBD89CF0E390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F00B6-8158-4D4B-AE32-55C2BDB8FD03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Edit/Delete Contact</a:t>
          </a:r>
        </a:p>
      </dsp:txBody>
      <dsp:txXfrm>
        <a:off x="1074268" y="2329622"/>
        <a:ext cx="3609680" cy="930102"/>
      </dsp:txXfrm>
    </dsp:sp>
    <dsp:sp modelId="{5D9C0E5E-9816-431C-8F7D-1E80FD01AD25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D89A6-A174-4AF7-8337-571A61B06784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B90A5-2677-4C33-9007-10BE211DCAA7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Server-side Search (Partial Matching)</a:t>
          </a:r>
        </a:p>
      </dsp:txBody>
      <dsp:txXfrm>
        <a:off x="1074268" y="3492250"/>
        <a:ext cx="3609680" cy="930102"/>
      </dsp:txXfrm>
    </dsp:sp>
    <dsp:sp modelId="{CF768AD6-A400-458A-9216-FFD5782D8B1C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98EC4-F53D-4041-9ECE-271F0CDBADC6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85D12-BD6C-43C5-8139-D4215028D48A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Remote Hosting via Domain Name</a:t>
          </a:r>
        </a:p>
      </dsp:txBody>
      <dsp:txXfrm>
        <a:off x="1074268" y="4654878"/>
        <a:ext cx="3609680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tx2"/>
                </a:solidFill>
              </a:rPr>
              <a:t>Personal Contact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LAMP Stack Web Application Project</a:t>
            </a:r>
          </a:p>
          <a:p>
            <a:pPr algn="l"/>
            <a:r>
              <a:rPr lang="en-US" sz="1700">
                <a:solidFill>
                  <a:schemeClr val="tx2"/>
                </a:solidFill>
              </a:rPr>
              <a:t>Team Presentation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Receiver">
            <a:extLst>
              <a:ext uri="{FF2B5EF4-FFF2-40B4-BE49-F238E27FC236}">
                <a16:creationId xmlns:a16="http://schemas.microsoft.com/office/drawing/2014/main" id="{873DBA6E-A998-6D3D-7704-A37BFE342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Team Members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• Member 1 – Backend Development (PHP + API)</a:t>
            </a:r>
          </a:p>
          <a:p>
            <a:pPr marL="0" indent="0">
              <a:buNone/>
            </a:pPr>
            <a:r>
              <a:rPr lang="en-US" sz="1700" dirty="0"/>
              <a:t>• Member 2 – Database Design (MySQL + ERD)</a:t>
            </a:r>
          </a:p>
          <a:p>
            <a:pPr marL="0" indent="0">
              <a:buNone/>
            </a:pPr>
            <a:r>
              <a:rPr lang="en-US" sz="1700" dirty="0"/>
              <a:t>• Member 3 – Frontend (AJAX + UI)</a:t>
            </a:r>
          </a:p>
          <a:p>
            <a:pPr marL="0" indent="0">
              <a:buNone/>
            </a:pPr>
            <a:r>
              <a:rPr lang="en-US" sz="1700" dirty="0"/>
              <a:t>• Member 4 – Deployment &amp; Testing</a:t>
            </a:r>
          </a:p>
          <a:p>
            <a:endParaRPr lang="en-US" sz="1700" dirty="0"/>
          </a:p>
          <a:p>
            <a:r>
              <a:rPr lang="en-US" sz="1700" dirty="0"/>
              <a:t>(Edit names and roles as needed)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DA2E5B-7D5B-4E25-906F-1776695060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Things That Went Well</a:t>
            </a:r>
          </a:p>
        </p:txBody>
      </p:sp>
      <p:pic>
        <p:nvPicPr>
          <p:cNvPr id="5" name="Picture 4" descr="Hanging light bulbs in a dark room with one lightbulb lit">
            <a:extLst>
              <a:ext uri="{FF2B5EF4-FFF2-40B4-BE49-F238E27FC236}">
                <a16:creationId xmlns:a16="http://schemas.microsoft.com/office/drawing/2014/main" id="{043894F9-F911-7D2E-30E3-10803E471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89" r="11211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• Successful LAMP stack setup</a:t>
            </a:r>
          </a:p>
          <a:p>
            <a:r>
              <a:rPr lang="en-US" sz="1700"/>
              <a:t>• REST API implementation</a:t>
            </a:r>
          </a:p>
          <a:p>
            <a:r>
              <a:rPr lang="en-US" sz="1700"/>
              <a:t>• Server-side search with partial matching</a:t>
            </a:r>
          </a:p>
          <a:p>
            <a:r>
              <a:rPr lang="en-US" sz="1700"/>
              <a:t>• Remote hosting configuration</a:t>
            </a:r>
          </a:p>
          <a:p>
            <a:r>
              <a:rPr lang="en-US" sz="1700"/>
              <a:t>• Team collaboration and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Things That Did Not Go Well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Initial server configuration issues</a:t>
            </a:r>
          </a:p>
          <a:p>
            <a:pPr marL="0" indent="0">
              <a:buNone/>
            </a:pPr>
            <a:r>
              <a:rPr dirty="0"/>
              <a:t>• Database connection debugging</a:t>
            </a:r>
          </a:p>
          <a:p>
            <a:pPr marL="0" indent="0">
              <a:buNone/>
            </a:pPr>
            <a:r>
              <a:rPr dirty="0"/>
              <a:t>• CORS / AJAX communication errors</a:t>
            </a:r>
          </a:p>
          <a:p>
            <a:pPr marL="0" indent="0">
              <a:buNone/>
            </a:pPr>
            <a:r>
              <a:rPr dirty="0"/>
              <a:t>• Time management challenges</a:t>
            </a:r>
          </a:p>
          <a:p>
            <a:pPr marL="0" indent="0">
              <a:buNone/>
            </a:pPr>
            <a:r>
              <a:rPr dirty="0"/>
              <a:t>• Deployment delays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Project Gantt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970070"/>
              </p:ext>
            </p:extLst>
          </p:nvPr>
        </p:nvGraphicFramePr>
        <p:xfrm>
          <a:off x="86062" y="1396588"/>
          <a:ext cx="8982634" cy="5283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Diagram (ERD)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799"/>
            <a:ext cx="2743200" cy="233440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</a:t>
            </a:r>
          </a:p>
          <a:p>
            <a:endParaRPr/>
          </a:p>
          <a:p>
            <a:r>
              <a:t>user_id (PK)</a:t>
            </a:r>
          </a:p>
          <a:p>
            <a:r>
              <a:t>first_name</a:t>
            </a:r>
          </a:p>
          <a:p>
            <a:r>
              <a:t>last_name</a:t>
            </a:r>
          </a:p>
          <a:p>
            <a:r>
              <a:t>email</a:t>
            </a:r>
          </a:p>
          <a:p>
            <a:r>
              <a:t>password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743200" cy="23344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Contacts</a:t>
            </a:r>
          </a:p>
          <a:p>
            <a:endParaRPr dirty="0"/>
          </a:p>
          <a:p>
            <a:r>
              <a:rPr dirty="0" err="1"/>
              <a:t>contact_id</a:t>
            </a:r>
            <a:r>
              <a:rPr dirty="0"/>
              <a:t> (PK)</a:t>
            </a:r>
          </a:p>
          <a:p>
            <a:r>
              <a:rPr dirty="0" err="1"/>
              <a:t>user_id</a:t>
            </a:r>
            <a:r>
              <a:rPr dirty="0"/>
              <a:t> (FK)</a:t>
            </a:r>
          </a:p>
          <a:p>
            <a:r>
              <a:rPr dirty="0" err="1"/>
              <a:t>first_name</a:t>
            </a:r>
            <a:endParaRPr dirty="0"/>
          </a:p>
          <a:p>
            <a:r>
              <a:rPr dirty="0" err="1"/>
              <a:t>last_name</a:t>
            </a:r>
            <a:endParaRPr dirty="0"/>
          </a:p>
          <a:p>
            <a:r>
              <a:rPr dirty="0"/>
              <a:t>phone</a:t>
            </a:r>
          </a:p>
          <a:p>
            <a:r>
              <a:rPr dirty="0"/>
              <a:t>email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API Demonstration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• REST Endpoint Example:</a:t>
            </a:r>
          </a:p>
          <a:p>
            <a:pPr>
              <a:lnSpc>
                <a:spcPct val="90000"/>
              </a:lnSpc>
            </a:pPr>
            <a:r>
              <a:rPr lang="en-US" sz="2500"/>
              <a:t>  POST /api/login</a:t>
            </a:r>
          </a:p>
          <a:p>
            <a:pPr>
              <a:lnSpc>
                <a:spcPct val="90000"/>
              </a:lnSpc>
            </a:pPr>
            <a:r>
              <a:rPr lang="en-US" sz="2500"/>
              <a:t>  POST /api/searchContacts</a:t>
            </a:r>
          </a:p>
          <a:p>
            <a:pPr>
              <a:lnSpc>
                <a:spcPct val="90000"/>
              </a:lnSpc>
            </a:pPr>
            <a:endParaRPr lang="en-US" sz="2500"/>
          </a:p>
          <a:p>
            <a:pPr>
              <a:lnSpc>
                <a:spcPct val="90000"/>
              </a:lnSpc>
            </a:pPr>
            <a:r>
              <a:rPr lang="en-US" sz="2500"/>
              <a:t>• SwaggerHub Documentation</a:t>
            </a:r>
          </a:p>
          <a:p>
            <a:pPr>
              <a:lnSpc>
                <a:spcPct val="90000"/>
              </a:lnSpc>
            </a:pPr>
            <a:r>
              <a:rPr lang="en-US" sz="2500"/>
              <a:t>• JSON Request/Response Example</a:t>
            </a:r>
          </a:p>
          <a:p>
            <a:pPr>
              <a:lnSpc>
                <a:spcPct val="90000"/>
              </a:lnSpc>
            </a:pPr>
            <a:r>
              <a:rPr lang="en-US" sz="2500"/>
              <a:t>• Live Server Demonstration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300"/>
              <a:t>Application Demonstration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DAE405-BC6D-4565-C0D0-0B7DE094B9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30213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Questions?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F3A24176-0AC4-E2C0-A579-080B28641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Thank you.</a:t>
            </a:r>
          </a:p>
          <a:p>
            <a:endParaRPr lang="en-US" sz="1500">
              <a:solidFill>
                <a:srgbClr val="000000"/>
              </a:solidFill>
            </a:endParaRPr>
          </a:p>
          <a:p>
            <a:r>
              <a:rPr lang="en-US" sz="1500">
                <a:solidFill>
                  <a:srgbClr val="000000"/>
                </a:solidFill>
              </a:rPr>
              <a:t>We are ready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291</Words>
  <Application>Microsoft Macintosh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Personal Contact Manager</vt:lpstr>
      <vt:lpstr>Team Members &amp; Roles</vt:lpstr>
      <vt:lpstr>Technology Used</vt:lpstr>
      <vt:lpstr>Things That Went Well</vt:lpstr>
      <vt:lpstr>Things That Did Not Go Well</vt:lpstr>
      <vt:lpstr>Project Gantt Chart</vt:lpstr>
      <vt:lpstr>Entity Relationship Diagram (ERD)</vt:lpstr>
      <vt:lpstr>API Demonstration</vt:lpstr>
      <vt:lpstr>Application Demonstration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Santiago</cp:lastModifiedBy>
  <cp:revision>2</cp:revision>
  <dcterms:created xsi:type="dcterms:W3CDTF">2013-01-27T09:14:16Z</dcterms:created>
  <dcterms:modified xsi:type="dcterms:W3CDTF">2026-02-15T19:50:45Z</dcterms:modified>
  <cp:category/>
</cp:coreProperties>
</file>